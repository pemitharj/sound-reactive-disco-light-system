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erif Display" charset="1" panose="00000000000000000000"/>
      <p:regular r:id="rId18"/>
    </p:embeddedFont>
    <p:embeddedFont>
      <p:font typeface="Open Sauce" charset="1" panose="00000500000000000000"/>
      <p:regular r:id="rId19"/>
    </p:embeddedFont>
    <p:embeddedFont>
      <p:font typeface="Glacial Indifference" charset="1" panose="00000000000000000000"/>
      <p:regular r:id="rId20"/>
    </p:embeddedFont>
    <p:embeddedFont>
      <p:font typeface="League Spartan" charset="1" panose="000008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944987"/>
            <a:ext cx="9316373" cy="255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9"/>
              </a:lnSpc>
            </a:pPr>
            <a:r>
              <a:rPr lang="en-US" sz="14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VoltEdge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25762" y="4216399"/>
            <a:ext cx="10236476" cy="190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spc="54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SOUND REACTIVE DISCO LIGHT BOX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3400" y="7076643"/>
            <a:ext cx="6321200" cy="236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</a:pPr>
            <a:r>
              <a:rPr lang="en-US" sz="3411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Samarasekara S.M.R.P. 230564L</a:t>
            </a:r>
          </a:p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sz="3411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</a:t>
            </a:r>
            <a:r>
              <a:rPr lang="en-US" sz="3411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ayakody J.A.C.P. 230268H Kaushalya R.G.S.P. 230327N Jayasinghe J.A.P.R. 230280L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2533342"/>
            <a:ext cx="16285476" cy="629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</a:pPr>
            <a:r>
              <a:rPr lang="en-US" sz="3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Sound Re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ctive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Light Sy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is an an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og e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ectronic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project desig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create dynamic li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hting effects that 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esp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directly to audio signals. </a:t>
            </a:r>
          </a:p>
          <a:p>
            <a:pPr algn="l" marL="0" indent="0" lvl="0">
              <a:lnSpc>
                <a:spcPts val="5599"/>
              </a:lnSpc>
            </a:pP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By analyzing different frequency bands of background music, the system drives a set of LEDs to change patterns in real time, enhancing the ambiance and visual appeal at parties or events. </a:t>
            </a:r>
          </a:p>
          <a:p>
            <a:pPr algn="l" marL="0" indent="0" lvl="0">
              <a:lnSpc>
                <a:spcPts val="5599"/>
              </a:lnSpc>
            </a:pPr>
            <a:r>
              <a:rPr lang="en-US" sz="34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Using analog circuits such as band-pass filters, amplifiers and a regulator, the design processes sound frequencies will cove the concepts in signal processing and circuit design while delivering an engaging interactive experience.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485753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56035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3042032"/>
            <a:ext cx="17259300" cy="43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Soun</a:t>
            </a: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Capture and Amplification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Music is captured via a “Electret Microphone”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Preamplification and amplification using “NE5532P , LM358N” OpAmp ICs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x11 times amplification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306313"/>
            <a:ext cx="8136503" cy="84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Frequency band seperation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44404" y="2394544"/>
            <a:ext cx="10408253" cy="826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0"/>
              </a:lnSpc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Low Pass Active Filter</a:t>
            </a:r>
          </a:p>
          <a:p>
            <a:pPr algn="l" marL="1007110" indent="-503555" lvl="1">
              <a:lnSpc>
                <a:spcPts val="6530"/>
              </a:lnSpc>
              <a:buFont typeface="Arial"/>
              <a:buChar char="•"/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“NE5532P” OpAmp 2</a:t>
            </a: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nd</a:t>
            </a: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order filtering</a:t>
            </a:r>
          </a:p>
          <a:p>
            <a:pPr algn="l" marL="1007110" indent="-503555" lvl="1">
              <a:lnSpc>
                <a:spcPts val="6530"/>
              </a:lnSpc>
              <a:buFont typeface="Arial"/>
              <a:buChar char="•"/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267Hz cutoff</a:t>
            </a:r>
          </a:p>
          <a:p>
            <a:pPr algn="l">
              <a:lnSpc>
                <a:spcPts val="6530"/>
              </a:lnSpc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2.Bandpass </a:t>
            </a:r>
          </a:p>
          <a:p>
            <a:pPr algn="l" marL="1007110" indent="-503555" lvl="1">
              <a:lnSpc>
                <a:spcPts val="6530"/>
              </a:lnSpc>
              <a:buFont typeface="Arial"/>
              <a:buChar char="•"/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“NE5532P” OpAmp 2</a:t>
            </a: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nd</a:t>
            </a: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order filtering</a:t>
            </a:r>
          </a:p>
          <a:p>
            <a:pPr algn="l" marL="1007110" indent="-503555" lvl="1">
              <a:lnSpc>
                <a:spcPts val="6530"/>
              </a:lnSpc>
              <a:buFont typeface="Arial"/>
              <a:buChar char="•"/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328Hz and 2411Hz cutoff</a:t>
            </a:r>
          </a:p>
          <a:p>
            <a:pPr algn="l">
              <a:lnSpc>
                <a:spcPts val="6530"/>
              </a:lnSpc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 Highpass Active Filter</a:t>
            </a:r>
          </a:p>
          <a:p>
            <a:pPr algn="l" marL="1007110" indent="-503555" lvl="1">
              <a:lnSpc>
                <a:spcPts val="6530"/>
              </a:lnSpc>
              <a:buFont typeface="Arial"/>
              <a:buChar char="•"/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“NE5532P” OpAmp 2</a:t>
            </a: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nd</a:t>
            </a: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order fltering</a:t>
            </a:r>
          </a:p>
          <a:p>
            <a:pPr algn="l" marL="1007110" indent="-503555" lvl="1">
              <a:lnSpc>
                <a:spcPts val="6530"/>
              </a:lnSpc>
              <a:buFont typeface="Arial"/>
              <a:buChar char="•"/>
            </a:pPr>
            <a:r>
              <a:rPr lang="en-US" sz="46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3386Hz cutoff</a:t>
            </a:r>
          </a:p>
          <a:p>
            <a:pPr algn="l">
              <a:lnSpc>
                <a:spcPts val="653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397232"/>
            <a:ext cx="8793580" cy="84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4.Amplification and Driving LEDs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31655"/>
            <a:ext cx="16707088" cy="347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 the three bands are amplified and used for LED driving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Low Pass by x7.8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Bandpass by x11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pass by x11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03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306313"/>
            <a:ext cx="4151243" cy="84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3.Power Supply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7745" y="2920552"/>
            <a:ext cx="12625388" cy="43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1.  9V battery will be used as power source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LT1086 - 5V model with 10uF capacitances</a:t>
            </a:r>
          </a:p>
          <a:p>
            <a:pPr algn="l" marL="1071879" indent="-535939" lvl="1">
              <a:lnSpc>
                <a:spcPts val="6950"/>
              </a:lnSpc>
              <a:buFont typeface="Arial"/>
              <a:buChar char="•"/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MAX1044 switched capacitor convertor or </a:t>
            </a:r>
          </a:p>
          <a:p>
            <a:pPr algn="l">
              <a:lnSpc>
                <a:spcPts val="6950"/>
              </a:lnSpc>
            </a:pPr>
            <a:r>
              <a:rPr lang="en-US" sz="496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a voltage divider circuit.</a:t>
            </a:r>
          </a:p>
          <a:p>
            <a:pPr algn="l">
              <a:lnSpc>
                <a:spcPts val="695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080829" y="2981325"/>
            <a:ext cx="3730521" cy="1865261"/>
            <a:chOff x="0" y="0"/>
            <a:chExt cx="81280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8A88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MICROPHONE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20211" y="6489940"/>
            <a:ext cx="3730521" cy="1865261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8A88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LED ARRAYS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15372" y="6482636"/>
            <a:ext cx="3730521" cy="1865261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8A88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LED DRIVE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AMPLIFIER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15372" y="2981325"/>
            <a:ext cx="3730521" cy="1865261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8A88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FREQUENCY FILTERS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98925" y="2981325"/>
            <a:ext cx="3730521" cy="1865261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8A88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AMPLIFIER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4007075" y="5100652"/>
            <a:ext cx="1643355" cy="1135223"/>
            <a:chOff x="0" y="0"/>
            <a:chExt cx="1176614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6614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614">
                  <a:moveTo>
                    <a:pt x="1176614" y="406400"/>
                  </a:moveTo>
                  <a:lnTo>
                    <a:pt x="770214" y="0"/>
                  </a:lnTo>
                  <a:lnTo>
                    <a:pt x="77021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70214" y="609600"/>
                  </a:lnTo>
                  <a:lnTo>
                    <a:pt x="770214" y="812800"/>
                  </a:lnTo>
                  <a:lnTo>
                    <a:pt x="1176614" y="40640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55575"/>
              <a:ext cx="107501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88832" y="6854959"/>
            <a:ext cx="1643355" cy="1135223"/>
            <a:chOff x="0" y="0"/>
            <a:chExt cx="1176614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6614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614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176614" y="203200"/>
                  </a:lnTo>
                  <a:lnTo>
                    <a:pt x="1176614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155575"/>
              <a:ext cx="107501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66399" y="1233825"/>
            <a:ext cx="521849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Functionality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277072" y="3346344"/>
            <a:ext cx="1643355" cy="1135223"/>
            <a:chOff x="0" y="0"/>
            <a:chExt cx="1176614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6614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614">
                  <a:moveTo>
                    <a:pt x="1176614" y="406400"/>
                  </a:moveTo>
                  <a:lnTo>
                    <a:pt x="770214" y="0"/>
                  </a:lnTo>
                  <a:lnTo>
                    <a:pt x="77021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70214" y="609600"/>
                  </a:lnTo>
                  <a:lnTo>
                    <a:pt x="770214" y="812800"/>
                  </a:lnTo>
                  <a:lnTo>
                    <a:pt x="1176614" y="40640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55575"/>
              <a:ext cx="107501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811350" y="3346344"/>
            <a:ext cx="1643355" cy="1135223"/>
            <a:chOff x="0" y="0"/>
            <a:chExt cx="1176614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6614" cy="812800"/>
            </a:xfrm>
            <a:custGeom>
              <a:avLst/>
              <a:gdLst/>
              <a:ahLst/>
              <a:cxnLst/>
              <a:rect r="r" b="b" t="t" l="l"/>
              <a:pathLst>
                <a:path h="812800" w="1176614">
                  <a:moveTo>
                    <a:pt x="1176614" y="406400"/>
                  </a:moveTo>
                  <a:lnTo>
                    <a:pt x="770214" y="0"/>
                  </a:lnTo>
                  <a:lnTo>
                    <a:pt x="77021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70214" y="609600"/>
                  </a:lnTo>
                  <a:lnTo>
                    <a:pt x="770214" y="812800"/>
                  </a:lnTo>
                  <a:lnTo>
                    <a:pt x="1176614" y="40640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55575"/>
              <a:ext cx="107501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7918" y="4750849"/>
            <a:ext cx="6392001" cy="4925760"/>
          </a:xfrm>
          <a:custGeom>
            <a:avLst/>
            <a:gdLst/>
            <a:ahLst/>
            <a:cxnLst/>
            <a:rect r="r" b="b" t="t" l="l"/>
            <a:pathLst>
              <a:path h="4925760" w="6392001">
                <a:moveTo>
                  <a:pt x="0" y="0"/>
                </a:moveTo>
                <a:lnTo>
                  <a:pt x="6392001" y="0"/>
                </a:lnTo>
                <a:lnTo>
                  <a:pt x="6392001" y="4925760"/>
                </a:lnTo>
                <a:lnTo>
                  <a:pt x="0" y="4925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66854" y="1028700"/>
            <a:ext cx="4884373" cy="5908849"/>
          </a:xfrm>
          <a:custGeom>
            <a:avLst/>
            <a:gdLst/>
            <a:ahLst/>
            <a:cxnLst/>
            <a:rect r="r" b="b" t="t" l="l"/>
            <a:pathLst>
              <a:path h="5908849" w="4884373">
                <a:moveTo>
                  <a:pt x="0" y="0"/>
                </a:moveTo>
                <a:lnTo>
                  <a:pt x="4884373" y="0"/>
                </a:lnTo>
                <a:lnTo>
                  <a:pt x="4884373" y="5908849"/>
                </a:lnTo>
                <a:lnTo>
                  <a:pt x="0" y="5908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7971" y="3381936"/>
            <a:ext cx="5021832" cy="5955893"/>
          </a:xfrm>
          <a:custGeom>
            <a:avLst/>
            <a:gdLst/>
            <a:ahLst/>
            <a:cxnLst/>
            <a:rect r="r" b="b" t="t" l="l"/>
            <a:pathLst>
              <a:path h="5955893" w="5021832">
                <a:moveTo>
                  <a:pt x="0" y="0"/>
                </a:moveTo>
                <a:lnTo>
                  <a:pt x="5021831" y="0"/>
                </a:lnTo>
                <a:lnTo>
                  <a:pt x="5021831" y="5955892"/>
                </a:lnTo>
                <a:lnTo>
                  <a:pt x="0" y="5955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399" y="1233825"/>
            <a:ext cx="56035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PCB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5076" y="2538115"/>
            <a:ext cx="6315035" cy="165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</a:pPr>
            <a:r>
              <a:rPr lang="en-US" sz="3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pcb was created to organize the entire circuit in a clean compact  and relaible way.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1042" y="3350284"/>
            <a:ext cx="8457774" cy="5350130"/>
          </a:xfrm>
          <a:custGeom>
            <a:avLst/>
            <a:gdLst/>
            <a:ahLst/>
            <a:cxnLst/>
            <a:rect r="r" b="b" t="t" l="l"/>
            <a:pathLst>
              <a:path h="5350130" w="8457774">
                <a:moveTo>
                  <a:pt x="0" y="0"/>
                </a:moveTo>
                <a:lnTo>
                  <a:pt x="8457774" y="0"/>
                </a:lnTo>
                <a:lnTo>
                  <a:pt x="8457774" y="5350130"/>
                </a:lnTo>
                <a:lnTo>
                  <a:pt x="0" y="5350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00596" y="3350284"/>
            <a:ext cx="8458704" cy="5350130"/>
          </a:xfrm>
          <a:custGeom>
            <a:avLst/>
            <a:gdLst/>
            <a:ahLst/>
            <a:cxnLst/>
            <a:rect r="r" b="b" t="t" l="l"/>
            <a:pathLst>
              <a:path h="5350130" w="8458704">
                <a:moveTo>
                  <a:pt x="0" y="0"/>
                </a:moveTo>
                <a:lnTo>
                  <a:pt x="8458704" y="0"/>
                </a:lnTo>
                <a:lnTo>
                  <a:pt x="8458704" y="5350130"/>
                </a:lnTo>
                <a:lnTo>
                  <a:pt x="0" y="5350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56035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PCB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147426" y="2904191"/>
            <a:ext cx="7125102" cy="6061514"/>
          </a:xfrm>
          <a:custGeom>
            <a:avLst/>
            <a:gdLst/>
            <a:ahLst/>
            <a:cxnLst/>
            <a:rect r="r" b="b" t="t" l="l"/>
            <a:pathLst>
              <a:path h="6061514" w="7125102">
                <a:moveTo>
                  <a:pt x="0" y="0"/>
                </a:moveTo>
                <a:lnTo>
                  <a:pt x="7125103" y="0"/>
                </a:lnTo>
                <a:lnTo>
                  <a:pt x="7125103" y="6061513"/>
                </a:lnTo>
                <a:lnTo>
                  <a:pt x="0" y="6061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56035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PCB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8735" y="2411804"/>
            <a:ext cx="8376724" cy="5818694"/>
          </a:xfrm>
          <a:custGeom>
            <a:avLst/>
            <a:gdLst/>
            <a:ahLst/>
            <a:cxnLst/>
            <a:rect r="r" b="b" t="t" l="l"/>
            <a:pathLst>
              <a:path h="5818694" w="8376724">
                <a:moveTo>
                  <a:pt x="0" y="0"/>
                </a:moveTo>
                <a:lnTo>
                  <a:pt x="8376725" y="0"/>
                </a:lnTo>
                <a:lnTo>
                  <a:pt x="8376725" y="5818695"/>
                </a:lnTo>
                <a:lnTo>
                  <a:pt x="0" y="581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9929" y="2962442"/>
            <a:ext cx="5836910" cy="6802331"/>
          </a:xfrm>
          <a:custGeom>
            <a:avLst/>
            <a:gdLst/>
            <a:ahLst/>
            <a:cxnLst/>
            <a:rect r="r" b="b" t="t" l="l"/>
            <a:pathLst>
              <a:path h="6802331" w="5836910">
                <a:moveTo>
                  <a:pt x="0" y="0"/>
                </a:moveTo>
                <a:lnTo>
                  <a:pt x="5836910" y="0"/>
                </a:lnTo>
                <a:lnTo>
                  <a:pt x="5836910" y="6802331"/>
                </a:lnTo>
                <a:lnTo>
                  <a:pt x="0" y="6802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67740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Enclosure 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5120" y="962025"/>
            <a:ext cx="667201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protect the circuitry while giving the project a clean, professional appearence.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0715" y="8256587"/>
            <a:ext cx="755276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Enhances the aesthetics of the light box making it suitable for display during events or as part of the room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53723" y="3181217"/>
            <a:ext cx="16102990" cy="3040649"/>
          </a:xfrm>
          <a:custGeom>
            <a:avLst/>
            <a:gdLst/>
            <a:ahLst/>
            <a:cxnLst/>
            <a:rect r="r" b="b" t="t" l="l"/>
            <a:pathLst>
              <a:path h="3040649" w="16102990">
                <a:moveTo>
                  <a:pt x="0" y="0"/>
                </a:moveTo>
                <a:lnTo>
                  <a:pt x="16102990" y="0"/>
                </a:lnTo>
                <a:lnTo>
                  <a:pt x="16102990" y="3040649"/>
                </a:lnTo>
                <a:lnTo>
                  <a:pt x="0" y="3040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8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67740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Task Allocation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DAG1qKg5qGI</dc:identifier>
  <dcterms:modified xsi:type="dcterms:W3CDTF">2011-08-01T06:04:30Z</dcterms:modified>
  <cp:revision>1</cp:revision>
  <dc:title>VoltEdge</dc:title>
</cp:coreProperties>
</file>